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1B2A41"/>
                </a:solidFill>
              </a:rPr>
              <a:t>Namma Nyaya</a:t>
            </a:r>
          </a:p>
          <a:p>
            <a:r>
              <a:rPr sz="2400">
                <a:solidFill>
                  <a:srgbClr val="C2412D"/>
                </a:solidFill>
              </a:rPr>
              <a:t>A GenAI Legal Companion for Bengaluru</a:t>
            </a:r>
          </a:p>
          <a:p>
            <a:r>
              <a:rPr sz="1600">
                <a:solidFill>
                  <a:srgbClr val="444444"/>
                </a:solidFill>
              </a:rPr>
              <a:t>promptwars-hackathon — Project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</a:rPr>
              <a:t>Doc status: Draft — 2026-09-24  |  akmr47001@gmail.com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1"/>
                </a:solidFill>
              </a:rPr>
              <a:t>Who, What,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B2A41"/>
                </a:solidFill>
              </a:rPr>
              <a:t>• WHO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444444"/>
                </a:solidFill>
              </a:rPr>
              <a:t>‣ Primary target: migrant tech professionals in Bengaluru signing their first rental agreement or job offer letter, with no easy lawyer access.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444444"/>
                </a:solidFill>
              </a:rPr>
              <a:t>‣ Spec names 5 more segments (home buyers, gig workers, seniors, small businesses, RWA residents) — NOT built; this MVP covers only rental agreements + offer letters.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2A41"/>
                </a:solidFill>
              </a:rPr>
              <a:t>• WHAT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444444"/>
                </a:solidFill>
              </a:rPr>
              <a:t>‣ Upload a rental agreement/offer letter (PDF/image) -&gt; Gemini extracts text directly (no separate OCR).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444444"/>
                </a:solidFill>
              </a:rPr>
              <a:t>‣ Three-level explanation (gist / clause-by-clause / legal view) in English + Kannada.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444444"/>
                </a:solidFill>
              </a:rPr>
              <a:t>‣ Red-flag detection (deposit size, deductions, lock-in asymmetry, non-compete, training bonds), compare/diff, cited Q&amp;A with confidence + honest "I don't know".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444444"/>
                </a:solidFill>
              </a:rPr>
              <a:t>‣ Standalone IPC/CrPC/Evidence Act &lt;-&gt; BNS/BNSS/BSA lookup, and a 2-playbook "what do I do now" navigator.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2A41"/>
                </a:solidFill>
              </a:rPr>
              <a:t>• WHY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444444"/>
                </a:solidFill>
              </a:rPr>
              <a:t>‣ Generic legal-AI tools don't know Karnataka law, Kannada text, or Bengaluru norms, and stop at explanation without a next 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1"/>
                </a:solidFill>
              </a:rPr>
              <a:t>Architecture</a:t>
            </a:r>
          </a:p>
          <a:p>
            <a:r>
              <a:rPr sz="1600">
                <a:solidFill>
                  <a:srgbClr val="444444"/>
                </a:solidFill>
              </a:rPr>
              <a:t>Python/FastAPI backend + Next.js/React frontend, Google Gemini, channel-agnostic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B2A41"/>
                </a:solidFill>
              </a:rPr>
              <a:t>• Backend: FastAPI (0.115) + Pydantic 2.9, resource-oriented (/documents, /sessions, /actions) — deliberately channel-agnostic so a future channel (e.g. WhatsApp) could be bolted on.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2A41"/>
                </a:solidFill>
              </a:rPr>
              <a:t>• Frontend: Next.js 14.2.35 (App Router) + React 18.3.1 + TypeScript, consuming the API only (never mocked in frontend code).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2A41"/>
                </a:solidFill>
              </a:rPr>
              <a:t>• Ingestion: raw image/PDF sent straight to Gemini's multimodal endpoint — Gemini itself performs OCR, no separate OCR service.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2A41"/>
                </a:solidFill>
              </a:rPr>
              <a:t>• Retrieval: 8 curated statute excerpts context-stuffed into prompts (no vector DB); every citation traces to a real curated-source ID, never fabricated.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2A41"/>
                </a:solidFill>
              </a:rPr>
              <a:t>• Storage: in-memory only (process dict) — lost on restart/cold-start recycle; accepted POC limitation.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2A41"/>
                </a:solidFill>
              </a:rPr>
              <a:t>• PII masking: Aadhaar/PAN redaction applied before storage/logs ONLY, not before the outbound Gemini call — a documented, accepted limitation.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2A41"/>
                </a:solidFill>
              </a:rPr>
              <a:t>• Deployed live now: backend on Render (free tier), frontend on Vercel — both confirmed responding at time of writing.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</a:rPr>
              <a:t>See the Markdown doc's Mermaid diagram (.squad/doc/namma-nyaya.md) for the full data-flow diagram; no drawio MCP server was connected this 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1"/>
                </a:solidFill>
              </a:rPr>
              <a:t>Screens / Wireframes</a:t>
            </a:r>
          </a:p>
          <a:p>
            <a:r>
              <a:rPr sz="1600">
                <a:solidFill>
                  <a:srgbClr val="444444"/>
                </a:solidFill>
              </a:rPr>
              <a:t>Derived directly from frontend code (no designer artifact exists for this slug)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B2A41"/>
                </a:solidFill>
              </a:rPr>
              <a:t>• /  — Document workspace: upload, side-by-side masked document + red flags, and an explanation panel (EN/KN, gist/clause/legal-view toggles) plus a Q&amp;A chat panel.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B2A41"/>
                </a:solidFill>
              </a:rPr>
              <a:t>• /compare — upload two documents, view a field-level diff table (deposit, notice periods, lock-in), differing rows highlighted.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B2A41"/>
                </a:solidFill>
              </a:rPr>
              <a:t>• /law-mapping — standalone old&lt;-&gt;new criminal-law section lookup, no document required.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B2A41"/>
                </a:solidFill>
              </a:rPr>
              <a:t>• /navigator — pick a playbook (deposit not returned / builder RERA delay), fill a few facts, view + download a generated draft.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B2A41"/>
                </a:solidFill>
              </a:rPr>
              <a:t>• Every page: a standing disclaimer banner ("information, not advice"), and a legal-aid redirect screen replacing content whenever a document is flagged high-stakes.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1"/>
                </a:solidFill>
              </a:rPr>
              <a:t>How It's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B2A41"/>
                </a:solidFill>
              </a:rPr>
              <a:t>• End user (live now)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</a:rPr>
              <a:t>‣ Visit namma-nyaya-frontend.vercel.app, upload a document, read explanation/red-flags, ask questions, or use Compare/Law-Mapping/Navigator via the top nav.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</a:rPr>
              <a:t>‣ Render free tier cold-starts after ~15 min idle — first request after idle takes ~30-50s.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B2A41"/>
                </a:solidFill>
              </a:rPr>
              <a:t>• Developer / operator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</a:rPr>
              <a:t>‣ Local: uvicorn app.main:app --reload (backend) + npm run dev (frontend); runs fully offline in Gemini mock mode by default, no key needed.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</a:rPr>
              <a:t>‣ Test: pytest -q in backend/ — 30 tests pass (confirmed), all against mock mode; no frontend automated test suite exists.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</a:rPr>
              <a:t>‣ Deploy: render.yaml (Render Blueprint) + frontend/vercel.json (Vercel) — both already provisioned and auto-deploy on push to main.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1"/>
                </a:solidFill>
              </a:rPr>
              <a:t>Status &amp; Open Risks</a:t>
            </a:r>
          </a:p>
          <a:p>
            <a:r>
              <a:rPr sz="1600">
                <a:solidFill>
                  <a:srgbClr val="444444"/>
                </a:solidFill>
              </a:rPr>
              <a:t>Honest state as of 2026-09-24 — not smoothed 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B2A41"/>
                </a:solidFill>
              </a:rPr>
              <a:t>• LIVE AND CONFIRMED WORKING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444444"/>
                </a:solidFill>
              </a:rPr>
              <a:t>‣ Backend (Render) and frontend (Vercel) both responding right now; law-mapping and navigator fully verified end-to-end (no Gemini dependency).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444444"/>
                </a:solidFill>
              </a:rPr>
              <a:t>‣ Retry-with-backoff added for Gemini's transient 503 errors — a real, live-observed failure mode, now handled cleanly (503 response) instead of a bare 500.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2A41"/>
                </a:solidFill>
              </a:rPr>
              <a:t>• BIGGEST OPEN RISK: Gemini free-tier quota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444444"/>
                </a:solidFill>
              </a:rPr>
              <a:t>‣ Hard cap of 20 requests/day per model on this AI Studio key — a single full demo walkthrough can burn 5-10+ requests. Unresolved as of the last deploy report.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444444"/>
                </a:solidFill>
              </a:rPr>
              <a:t>‣ GEMINI_PRO_MODEL currently workaround-pointed at the same model as GEMINI_FLASH_MODEL (gemini-3.6-flash), because the real pro model returns 429 quota errors without billing.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B2A41"/>
                </a:solidFill>
              </a:rPr>
              <a:t>• OTHER OPEN ITEMS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444444"/>
                </a:solidFill>
              </a:rPr>
              <a:t>‣ Kannada OCR validated only against one clean synthetic image — NOT yet against a real scanned/photographed document.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444444"/>
                </a:solidFill>
              </a:rPr>
              <a:t>‣ No automated frontend test suite; a full live browser click-through of the deployed app is not recorded as completed.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444444"/>
                </a:solidFill>
              </a:rPr>
              <a:t>‣ Post-judging idle/wake persistence check (D11) and Streamlit-fallback team acknowledgment (D12) still outstanding per the deploy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